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D4AF37"/>
                </a:solidFill>
              </a:defRPr>
            </a:pPr>
            <a:r>
              <a:t>♞ ChessLoop</a:t>
            </a:r>
          </a:p>
          <a:p>
            <a:pPr algn="ctr">
              <a:defRPr sz="2400">
                <a:solidFill>
                  <a:srgbClr val="38BDF8"/>
                </a:solidFill>
              </a:defRPr>
            </a:pPr>
            <a:r>
              <a:t>Self-Hosted Spaced-Repetition Chess Opening Trainer</a:t>
            </a:r>
          </a:p>
          <a:p>
            <a:pPr algn="ctr">
              <a:defRPr sz="1600">
                <a:solidFill>
                  <a:srgbClr val="CBD5E1"/>
                </a:solidFill>
              </a:defRPr>
            </a:pPr>
            <a:r>
              <a:t>Python/FastAPI · React/TypeScript · SQLite · Chessground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What ChessLoop Does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The Core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Teach — play moves on the Teaching Board; each move saves to a Line in a Library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Practice — the SRS engine (SM-2 variant) picks your weakest positions and quizzes you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Feedback — wrong answers show a red flash + correct-move arrow; you must replay the right move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Track — the Stats page shows accuracy heatmaps by move number and mastery % per opening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Core Capabilities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Feature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Opening Library Builder — teach by playing moves, per-move notes, PGN export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Spaced-Repetition Drill Engine — modified SM-2, leech detection, weakness-biased selection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Public Library Discovery — browse/search/filter, fork, star, read-only viewer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Admin &amp; Security — TOTP MFA, backup/restore, user role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Teaching Board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Build Your Repertoire Visually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Move navigation: ⟪ First · ‹ Previous · Next › · Last ⟫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↓ PGN export with [Event] header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⧭ Duplicate a line (full copy of all moves)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Delete a move and everything after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Move Annotations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Document Your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Click a move → Add note → type (Ctrl+Enter to save)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Notes persist across every session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Visible in Teaching, Unrated Learning, and Practice modes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Use for: why a move is played, trap warnings, links to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Spaced Repetition Engine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Modified SM-2 with Leech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Correct: interval grows by ease factor (default 2.5x); Easy +0.15 ease, Hard -0.15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Wrong: interval reset to max(1, interval × 0.25), requeued in 10 minutes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Leech threshold: 4 cumulative wrong answers flags the 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Practice Sessions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Drill Your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Weakest First — auto-starts the most overdue positions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Rated / Unrated — choose whether a session counts toward metrics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Leech Drill — dedicated mode for positions with 4+ wrong answers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Priority: overdue → leeches → new items (20%) → weakness bias (2x under ease 1.8)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Intelligent Feedback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Motor Memory Through Physical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Board flashes red immediately on a wrong answer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Animated arrow shows the correct move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You must physically play it before continuing — recognition alone doesn't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Progress Tracking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See Your Improvement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Accuracy heatmap by move number — green ≥80%, yellow 50-79%, red &lt;50%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Mastery badges: not_started → learning → developing → advanced → mastered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Per-library breakdown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Public Library Discovery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Share and Learn from 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Search/filter by ECO code, color, difficulty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Star favorites, leave comments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Fork / Add to My Library — copies to your account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Learn / View — read-only viewer, no forking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Security &amp; Auth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JWT + TOTP MFA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Access token: 15-minute TTL, memory-only storage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Refresh token: 30-day TTL, httpOnly cookie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TOTP MFA via pyotp — Google Authenticator compatible, QR code setup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Backups &amp; Recovery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Admin Panel, No Downtime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full — entire database (users, libraries, lines, SRS progress)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content — libraries and lines only, portable to another instance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progress — SRS cards and review log only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10-backup retention, create/download/restore/upload from Admin 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Loop Openings 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06" y="1554480"/>
            <a:ext cx="8004482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Opening Library Browser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Your collection at a glance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Learning &amp; Training Arenas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Read-only study mode</a:t>
            </a:r>
          </a:p>
        </p:txBody>
      </p:sp>
      <p:pic>
        <p:nvPicPr>
          <p:cNvPr id="3" name="Picture 2" descr="ChessLoop Learning and training are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386" y="1554480"/>
            <a:ext cx="802892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Tracking Dashboard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Accuracy heatmaps &amp; mastery badges</a:t>
            </a:r>
          </a:p>
        </p:txBody>
      </p:sp>
      <p:pic>
        <p:nvPicPr>
          <p:cNvPr id="3" name="Picture 2" descr="ChessLoop Tracking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580" y="1554480"/>
            <a:ext cx="819653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Statistics Tracking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Session-level performance detail</a:t>
            </a:r>
          </a:p>
        </p:txBody>
      </p:sp>
      <p:pic>
        <p:nvPicPr>
          <p:cNvPr id="3" name="Picture 2" descr="Chessloop Statistics 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11" y="1554480"/>
            <a:ext cx="79782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Game Tracking &amp; Self-Analysis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Review every practice session</a:t>
            </a:r>
          </a:p>
        </p:txBody>
      </p:sp>
      <p:pic>
        <p:nvPicPr>
          <p:cNvPr id="3" name="Picture 2" descr="Chessloop Game tracking and self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728" y="1554480"/>
            <a:ext cx="805223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Appearance &amp; Customization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Dark/Light Theme, Board &amp; Piece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Board themes: Brown (default), Blue, Green, Ice, Purple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Piece sets: CBurnett (default), Alpha, Mono, Shadow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App theme: Dark (default) or Light — persists per-user, syncs across devices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Self-Hosted Deployment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One Command, Any Linux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curl -fsSL .../deploy.sh | bash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Auto dependency install: git, curl, openssl, Docker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Port scan + conflict-free suggestion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Localhost-only vs. all-interfaces bind choice, health check, systemd autostart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16 Seeded Opening Libraries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Ready on First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Italian Game — Main Line (White, C50, Beginner)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Ruy López — Closed (White, C84, Intermediate)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Sicilian — Najdorf (Black, B90, Advanced)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Sicilian — Dragon (Black, B70, Advanced)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French Defence — Classical (Black, C11, Intermediate)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+ 11 more, auto-published to Public Discovery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Tech Stack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Full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Backend — Python 3.12, FastAPI, SQLModel, SQLite (WAL)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Auth — python-jose (JWT), passlib (bcrypt), pyotp (TOTP)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Frontend — React 18, Vite, TypeScript, Chessground, chess.js, TailwindCSS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State — Zustand (auth), TanStack Query (server data)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Infra — Docker Compose, Nginx reverse proxy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API Surface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Full OpenAPI Docs Included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▹ /api/auth/ — register, login, MFA setup/confirm, refresh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▹ /api/libraries/ — CRUD, publish, fork, active toggle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▹ /api/lines/ — CRUD, moves, per-move notes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▹ /api/practice/ — session start/next/answer/end, due-count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▹ /api/stats/ — heatmap, mastery, leeches, recent sessions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▹ /api/public/ — browse, search, star, comments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▹ /api/admin/ — backups, user management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Engineering Highlights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Notable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Strict move recording — no fuzzy matching, enforces repertoire discipline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Canonical position keys — normalized FEN enables SRS dedup across transpositions</a:t>
            </a:r>
          </a:p>
          <a:p>
            <a:pPr>
              <a:spcAft>
                <a:spcPts val="1000"/>
              </a:spcAft>
              <a:defRPr sz="2000">
                <a:solidFill>
                  <a:srgbClr val="CBD5E1"/>
                </a:solidFill>
              </a:defRPr>
            </a:pPr>
            <a:r>
              <a:t>▹ SQLite WAL mode — concurrent readers + one writer, file = backup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F37"/>
                </a:solidFill>
              </a:defRPr>
            </a:pPr>
            <a:r>
              <a:t>Start Training Today</a:t>
            </a:r>
          </a:p>
          <a:p>
            <a:pPr algn="ctr">
              <a:defRPr sz="2000">
                <a:solidFill>
                  <a:srgbClr val="CBD5E1"/>
                </a:solidFill>
              </a:defRPr>
            </a:pPr>
            <a:r>
              <a:t>Self-hosted, private, built for real spaced-repetition practice.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